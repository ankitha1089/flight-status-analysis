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1" r:id="rId5"/>
    <p:sldId id="258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kitha Reddy" userId="3fb173a6c3a8337d" providerId="LiveId" clId="{6E68DE60-DED2-4E1C-A4D3-FA0247717363}"/>
    <pc:docChg chg="modSld">
      <pc:chgData name="Ankitha Reddy" userId="3fb173a6c3a8337d" providerId="LiveId" clId="{6E68DE60-DED2-4E1C-A4D3-FA0247717363}" dt="2024-06-02T14:08:38.780" v="129" actId="1076"/>
      <pc:docMkLst>
        <pc:docMk/>
      </pc:docMkLst>
      <pc:sldChg chg="modSp mod">
        <pc:chgData name="Ankitha Reddy" userId="3fb173a6c3a8337d" providerId="LiveId" clId="{6E68DE60-DED2-4E1C-A4D3-FA0247717363}" dt="2024-06-02T14:02:41.731" v="11" actId="20577"/>
        <pc:sldMkLst>
          <pc:docMk/>
          <pc:sldMk cId="3337396913" sldId="257"/>
        </pc:sldMkLst>
      </pc:sldChg>
      <pc:sldChg chg="modSp mod">
        <pc:chgData name="Ankitha Reddy" userId="3fb173a6c3a8337d" providerId="LiveId" clId="{6E68DE60-DED2-4E1C-A4D3-FA0247717363}" dt="2024-06-02T14:08:38.780" v="129" actId="1076"/>
        <pc:sldMkLst>
          <pc:docMk/>
          <pc:sldMk cId="3819399781" sldId="259"/>
        </pc:sldMkLst>
      </pc:sldChg>
    </pc:docChg>
  </pc:docChgLst>
  <pc:docChgLst>
    <pc:chgData name="Ankitha Reddy" userId="3fb173a6c3a8337d" providerId="LiveId" clId="{8875503A-D36B-42BE-A4F9-EF6DBA385B9A}"/>
    <pc:docChg chg="modSld">
      <pc:chgData name="Ankitha Reddy" userId="3fb173a6c3a8337d" providerId="LiveId" clId="{8875503A-D36B-42BE-A4F9-EF6DBA385B9A}" dt="2025-10-29T12:20:43.530" v="33" actId="14100"/>
      <pc:docMkLst>
        <pc:docMk/>
      </pc:docMkLst>
      <pc:sldChg chg="modSp mod">
        <pc:chgData name="Ankitha Reddy" userId="3fb173a6c3a8337d" providerId="LiveId" clId="{8875503A-D36B-42BE-A4F9-EF6DBA385B9A}" dt="2025-10-29T12:20:43.530" v="33" actId="14100"/>
        <pc:sldMkLst>
          <pc:docMk/>
          <pc:sldMk cId="3311585021" sldId="256"/>
        </pc:sldMkLst>
        <pc:spChg chg="mod">
          <ac:chgData name="Ankitha Reddy" userId="3fb173a6c3a8337d" providerId="LiveId" clId="{8875503A-D36B-42BE-A4F9-EF6DBA385B9A}" dt="2025-10-29T12:20:43.530" v="33" actId="14100"/>
          <ac:spMkLst>
            <pc:docMk/>
            <pc:sldMk cId="3311585021" sldId="256"/>
            <ac:spMk id="3" creationId="{71A5B4B2-AE44-64E3-516B-CDA0DF96C1D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58326E-3785-49DC-B35B-1E8B0C4C6E4C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59DE4-DF9B-44CD-A074-158519384D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207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59DE4-DF9B-44CD-A074-158519384DD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291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81769-0341-FA4D-BEC6-9BEC08A573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AE0E00-B2FF-573F-D83B-18F6BAEC5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877C7-3DA4-447E-5362-4240BA1E3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36179-5746-4257-B2FD-CAE0DA0C1B3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32AD0-558B-BAC4-EC41-83FD708DE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4F78B-FCEC-8EAE-3715-A63914BC6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8C611-8B2C-4373-A1FE-BFCD974C7C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560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F8E61-C372-8C16-8C3B-AFBBE5F34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26DDA-D3BE-D5A7-B0E0-F74E75022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08D96-7AFE-9067-2356-4A08122C8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36179-5746-4257-B2FD-CAE0DA0C1B3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F49A8-7C83-5ADD-2AE6-4122BB890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61593-367F-435E-0B79-6809BB191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8C611-8B2C-4373-A1FE-BFCD974C7C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652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33897-3A89-B7DA-1A2F-84082604C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97836-4F0E-7BA7-2FF5-16DBE0E7D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2AD3A-EC6A-CEB1-D36C-E9B0ABF1C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36179-5746-4257-B2FD-CAE0DA0C1B3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49D89-CD11-2802-29A1-99862796E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D0B5B-E7A7-8288-B935-14F493113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8C611-8B2C-4373-A1FE-BFCD974C7C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6128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96137-C0AE-2A76-2C38-C3EA59333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7F58C-57FB-7528-53A5-0F62D0C51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6BAA5-AEC8-8B6A-4F01-909E600D26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17F987-239F-743D-5B8B-45980FF2D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36179-5746-4257-B2FD-CAE0DA0C1B3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C4F2F8-9568-DE39-7B80-9D569A0DC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966434-01E3-DDB3-B642-87974A7C9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8C611-8B2C-4373-A1FE-BFCD974C7C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762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727FB-C4A8-A063-21AC-0A3570FBE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33206-444E-D810-CBB6-29563DD86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918A8B-7104-4D9F-12B6-97C7C90C8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DEF1B6-AE32-65B8-A208-C077E6759E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57618A-519E-AD3D-098D-F5A37DA1E6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2EF41F-C49E-EAAC-791E-D133234C1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36179-5746-4257-B2FD-CAE0DA0C1B3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A69D81-D387-6F52-4D41-7E23D0B2C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C13A16-A5BB-CECD-D8CB-FF760E1A5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8C611-8B2C-4373-A1FE-BFCD974C7C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489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0EA9A-75F0-78E9-EE93-1209A8C6A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1C36FC-5CFE-F43E-6D24-0757BEF28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36179-5746-4257-B2FD-CAE0DA0C1B3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A5F241-9528-F449-A1A9-C7A199C33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176D56-5BEE-DAB9-4401-971E6E912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8C611-8B2C-4373-A1FE-BFCD974C7C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122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54CDE2-640F-84F7-6D77-676511B75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36179-5746-4257-B2FD-CAE0DA0C1B3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13AA1D-C67A-3259-AFB7-A14999779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4AEA0-878E-23BF-9C46-AA3F06201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8C611-8B2C-4373-A1FE-BFCD974C7C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070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2049D-1782-3FA7-6090-F6F5826FE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EC44E-881A-327E-60C1-0CF411D4A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D16459-3B7E-A0A4-EB16-C1A2CA1E9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D8E70C-5E97-BBF2-8B74-930112242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36179-5746-4257-B2FD-CAE0DA0C1B3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65A62-C874-F83A-F219-58700D2E8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69B228-B0EC-7962-9333-7FF6AB0E7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8C611-8B2C-4373-A1FE-BFCD974C7C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460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943E5-068D-E4A3-DB2B-FE772350E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50B888-CC37-6FCE-FC0D-B06E6090E2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0C81C6-0184-7E63-D59F-8317AB0FFD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E94166-83B7-BE57-038A-B6C93E05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36179-5746-4257-B2FD-CAE0DA0C1B3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F238B-76DC-B30A-294D-9A4D66BCC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F9694-9C03-31BA-DF0F-E53C6297C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8C611-8B2C-4373-A1FE-BFCD974C7C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990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A3B2F-4DA7-2B29-ECD4-86149060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E12227-F76A-EC78-A520-DEA152A700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0D13E-967B-BF34-03C2-91E9F6350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36179-5746-4257-B2FD-CAE0DA0C1B3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D1308-906F-08DC-22DB-C4448E7FF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7466D-33BF-9DD3-9C7C-1CE79CB16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8C611-8B2C-4373-A1FE-BFCD974C7C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360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F00FD1-A6EA-BDB3-9FD6-34D0FEC90C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461CD9-3835-180A-FF26-27FFE6EE7B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F97F4-C082-23F2-406D-87F179FF1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36179-5746-4257-B2FD-CAE0DA0C1B3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8A862-1BFF-9342-7660-FA7EEB2BE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CBDCF-2F28-85DD-5732-3B9AF2BD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8C611-8B2C-4373-A1FE-BFCD974C7C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139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4AB88F-D3E9-C917-7C76-012D687BA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8A704-77A5-CB21-6A37-2E2D59047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D69D1-E6CE-8739-6C6B-A1EDCEE27C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936179-5746-4257-B2FD-CAE0DA0C1B38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9973E-F613-1786-FD48-B59F194DF2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56494-4528-6782-E61C-B94701249E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68C611-8B2C-4373-A1FE-BFCD974C7C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057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Love Airplane Route Animation Romantic Travel Stock Footage Video (100%  Royalty-free) 1062770101 | Shutterstock">
            <a:extLst>
              <a:ext uri="{FF2B5EF4-FFF2-40B4-BE49-F238E27FC236}">
                <a16:creationId xmlns:a16="http://schemas.microsoft.com/office/drawing/2014/main" id="{BEB5B8F1-BAFA-EEC0-1F74-4AF326729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521" y="2941503"/>
            <a:ext cx="4972280" cy="325705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CA9B5D-CEDC-8D9C-CA06-8C3AF7E3BD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FLIGHT STATUS ANALYSIS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A5B4B2-AE44-64E3-516B-CDA0DF96C1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6217" y="3509963"/>
            <a:ext cx="3437262" cy="452437"/>
          </a:xfrm>
        </p:spPr>
        <p:txBody>
          <a:bodyPr>
            <a:noAutofit/>
          </a:bodyPr>
          <a:lstStyle/>
          <a:p>
            <a:r>
              <a:rPr lang="en-US" sz="2000" b="1" dirty="0"/>
              <a:t>By-</a:t>
            </a:r>
            <a:r>
              <a:rPr lang="en-US" sz="2000" dirty="0"/>
              <a:t> Ankitha Kundal</a:t>
            </a:r>
          </a:p>
        </p:txBody>
      </p:sp>
    </p:spTree>
    <p:extLst>
      <p:ext uri="{BB962C8B-B14F-4D97-AF65-F5344CB8AC3E}">
        <p14:creationId xmlns:p14="http://schemas.microsoft.com/office/powerpoint/2010/main" val="331158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FBBFA-FC60-9F09-AFFA-07FF6CD69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INTRODUCTION:</a:t>
            </a:r>
            <a:endParaRPr lang="en-IN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7BB1A-8CAF-4328-35A5-E3201D986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This project focuses on analyzing airline data to gain insights into flight statuses and patterns. </a:t>
            </a:r>
          </a:p>
          <a:p>
            <a:pPr>
              <a:lnSpc>
                <a:spcPct val="150000"/>
              </a:lnSpc>
            </a:pPr>
            <a:r>
              <a:rPr lang="en-US" dirty="0"/>
              <a:t>The dataset contains information from various airlines, and the goal is to perform a comprehensive analysis of flight status, including on-time, delayed, and canceled flights, as well as the average delay time. Additionally, we aim to uncover valuable information about the best times to book flights and peak flight hours.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7396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E80DA-B5B2-0606-B474-E550F835F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 FLOW:</a:t>
            </a:r>
            <a:endParaRPr lang="en-IN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2D600-6864-5168-D41A-30F743030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63410" cy="4351338"/>
          </a:xfrm>
        </p:spPr>
        <p:txBody>
          <a:bodyPr/>
          <a:lstStyle/>
          <a:p>
            <a:r>
              <a:rPr lang="en-US" b="1" u="sng" dirty="0"/>
              <a:t>Data collection</a:t>
            </a:r>
            <a:r>
              <a:rPr lang="en-US" dirty="0"/>
              <a:t>: Gathering data from different relevant resources.</a:t>
            </a:r>
          </a:p>
          <a:p>
            <a:r>
              <a:rPr lang="en-US" b="1" u="sng" dirty="0"/>
              <a:t>Data cleaning</a:t>
            </a:r>
            <a:r>
              <a:rPr lang="en-IN" b="1" u="sng" dirty="0"/>
              <a:t>: </a:t>
            </a:r>
            <a:r>
              <a:rPr lang="en-IN" dirty="0"/>
              <a:t>Removing errors, inconsistencies, missing values.</a:t>
            </a:r>
          </a:p>
          <a:p>
            <a:r>
              <a:rPr lang="en-IN" b="1" u="sng" dirty="0"/>
              <a:t>Data preparation: </a:t>
            </a:r>
            <a:r>
              <a:rPr lang="en-IN" dirty="0"/>
              <a:t>Preparing data in a format suitable for analysis.</a:t>
            </a:r>
          </a:p>
          <a:p>
            <a:r>
              <a:rPr lang="en-IN" b="1" u="sng" dirty="0"/>
              <a:t>Data transformation: </a:t>
            </a:r>
            <a:r>
              <a:rPr lang="en-IN" dirty="0"/>
              <a:t>Loaded into power query.</a:t>
            </a:r>
          </a:p>
          <a:p>
            <a:r>
              <a:rPr lang="en-US" b="1" u="sng" dirty="0"/>
              <a:t>Dashboard design and development: </a:t>
            </a:r>
            <a:r>
              <a:rPr lang="en-US" dirty="0"/>
              <a:t>Using power BI.</a:t>
            </a:r>
            <a:endParaRPr lang="en-US" b="1" u="sng" dirty="0"/>
          </a:p>
        </p:txBody>
      </p:sp>
      <p:pic>
        <p:nvPicPr>
          <p:cNvPr id="2052" name="Picture 4" descr="A General Framework for Real-Time Processing and Analysis of Flight Test  Telemetry Data Based on Flink">
            <a:extLst>
              <a:ext uri="{FF2B5EF4-FFF2-40B4-BE49-F238E27FC236}">
                <a16:creationId xmlns:a16="http://schemas.microsoft.com/office/drawing/2014/main" id="{7358FA30-9871-338A-D392-A8E0EDBAD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740" y="4271623"/>
            <a:ext cx="7524520" cy="244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9399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63DF5E5-7DB6-DBF0-931B-FEB811CD20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958" y="705080"/>
            <a:ext cx="9452472" cy="53652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066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1003A-592E-F616-AF9B-99869DDB4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BENEFITS:</a:t>
            </a:r>
            <a:endParaRPr lang="en-IN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F97C1-FC0B-6CF2-2B70-A9BB44A5D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 fontAlgn="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i="0" dirty="0">
                <a:solidFill>
                  <a:srgbClr val="000000"/>
                </a:solidFill>
                <a:effectLst/>
                <a:highlight>
                  <a:srgbClr val="F7F7F7"/>
                </a:highlight>
                <a:cs typeface="Arial" panose="020B0604020202020204" pitchFamily="34" charset="0"/>
              </a:rPr>
              <a:t>Trends for weekend travelers and weekday travelers.</a:t>
            </a:r>
          </a:p>
          <a:p>
            <a:pPr algn="l" fontAlgn="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i="0" dirty="0">
                <a:solidFill>
                  <a:srgbClr val="000000"/>
                </a:solidFill>
                <a:effectLst/>
                <a:highlight>
                  <a:srgbClr val="F7F7F7"/>
                </a:highlight>
                <a:cs typeface="Arial" panose="020B0604020202020204" pitchFamily="34" charset="0"/>
              </a:rPr>
              <a:t>Examine the insights on flights, passengers, fuel and revenue over time.</a:t>
            </a:r>
          </a:p>
          <a:p>
            <a:pPr algn="l" fontAlgn="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i="0" dirty="0">
                <a:solidFill>
                  <a:srgbClr val="000000"/>
                </a:solidFill>
                <a:effectLst/>
                <a:highlight>
                  <a:srgbClr val="F7F7F7"/>
                </a:highlight>
                <a:cs typeface="Arial" panose="020B0604020202020204" pitchFamily="34" charset="0"/>
              </a:rPr>
              <a:t>Provide strategic airport viewpoints.</a:t>
            </a:r>
          </a:p>
          <a:p>
            <a:pPr algn="l" fontAlgn="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i="0" dirty="0">
                <a:solidFill>
                  <a:srgbClr val="000000"/>
                </a:solidFill>
                <a:effectLst/>
                <a:highlight>
                  <a:srgbClr val="F7F7F7"/>
                </a:highlight>
                <a:cs typeface="Arial" panose="020B0604020202020204" pitchFamily="34" charset="0"/>
              </a:rPr>
              <a:t>Helps passengers for better travel planning.</a:t>
            </a:r>
          </a:p>
          <a:p>
            <a:pPr algn="l" fontAlgn="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i="0" dirty="0">
                <a:solidFill>
                  <a:srgbClr val="000000"/>
                </a:solidFill>
                <a:effectLst/>
                <a:highlight>
                  <a:srgbClr val="F7F7F7"/>
                </a:highlight>
                <a:cs typeface="Arial" panose="020B0604020202020204" pitchFamily="34" charset="0"/>
              </a:rPr>
              <a:t>Easy to use and understand.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540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80E2D-AA50-D186-A410-520AA12ED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FUTURE SCOPE:</a:t>
            </a:r>
            <a:endParaRPr lang="en-IN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E781D-F184-5BF6-0DF5-70522AF23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26829" cy="4351338"/>
          </a:xfrm>
        </p:spPr>
        <p:txBody>
          <a:bodyPr/>
          <a:lstStyle/>
          <a:p>
            <a:r>
              <a:rPr lang="en-US" dirty="0"/>
              <a:t>In future we can publish the report to the web version of </a:t>
            </a:r>
            <a:r>
              <a:rPr lang="en-US" dirty="0" err="1"/>
              <a:t>PowerBI</a:t>
            </a:r>
            <a:r>
              <a:rPr lang="en-US" dirty="0"/>
              <a:t> and accessing the dashboard as the mobile application.</a:t>
            </a:r>
          </a:p>
          <a:p>
            <a:r>
              <a:rPr lang="en-US" dirty="0"/>
              <a:t>Leveraging Power BI for flight status analysis offers a powerful solution for understanding, optimizing, and improving flight operations.</a:t>
            </a:r>
          </a:p>
          <a:p>
            <a:r>
              <a:rPr lang="en-US" dirty="0"/>
              <a:t>As technology and data continue to evolve, Power BI remains a versatile and indispensable tool for driving innovation and excellence in flight status analysis.</a:t>
            </a:r>
            <a:endParaRPr lang="en-IN" dirty="0"/>
          </a:p>
        </p:txBody>
      </p:sp>
      <p:pic>
        <p:nvPicPr>
          <p:cNvPr id="4098" name="Picture 2" descr="Paper Rocket Vector PNG Images, Paper Rocket Cartoon Vector, Valentine,  Paper, Cartoon PNG Image For Free Download">
            <a:extLst>
              <a:ext uri="{FF2B5EF4-FFF2-40B4-BE49-F238E27FC236}">
                <a16:creationId xmlns:a16="http://schemas.microsoft.com/office/drawing/2014/main" id="{B4D8EC21-F382-DC77-F7CC-21FB9D2A6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1249" y="1237785"/>
            <a:ext cx="4315521" cy="4449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4378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C5C07-0A63-3C42-B5CB-C454259A8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9386" y="2766218"/>
            <a:ext cx="7136780" cy="1325563"/>
          </a:xfrm>
        </p:spPr>
        <p:txBody>
          <a:bodyPr>
            <a:noAutofit/>
          </a:bodyPr>
          <a:lstStyle/>
          <a:p>
            <a:pPr algn="just"/>
            <a:r>
              <a:rPr lang="en-US" sz="10000" dirty="0">
                <a:latin typeface="Algerian" panose="04020705040A02060702" pitchFamily="82" charset="0"/>
              </a:rPr>
              <a:t>THANK YOU</a:t>
            </a:r>
            <a:endParaRPr lang="en-IN" sz="10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609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252</Words>
  <Application>Microsoft Office PowerPoint</Application>
  <PresentationFormat>Widescreen</PresentationFormat>
  <Paragraphs>23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Algerian</vt:lpstr>
      <vt:lpstr>Arial</vt:lpstr>
      <vt:lpstr>Calibri</vt:lpstr>
      <vt:lpstr>Calibri Light</vt:lpstr>
      <vt:lpstr>Wingdings</vt:lpstr>
      <vt:lpstr>Office Theme</vt:lpstr>
      <vt:lpstr>FLIGHT STATUS ANALYSIS</vt:lpstr>
      <vt:lpstr>INTRODUCTION:</vt:lpstr>
      <vt:lpstr>WORK FLOW:</vt:lpstr>
      <vt:lpstr>PowerPoint Presentation</vt:lpstr>
      <vt:lpstr>BENEFITS:</vt:lpstr>
      <vt:lpstr>FUTURE SCOPE: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Ankitha Reddy</dc:creator>
  <cp:lastModifiedBy>Ankitha Reddy</cp:lastModifiedBy>
  <cp:revision>2</cp:revision>
  <dcterms:created xsi:type="dcterms:W3CDTF">2024-05-31T14:48:58Z</dcterms:created>
  <dcterms:modified xsi:type="dcterms:W3CDTF">2025-10-29T12:20:43Z</dcterms:modified>
</cp:coreProperties>
</file>